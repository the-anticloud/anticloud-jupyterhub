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JUPYTERHUB (ACADEMIA_RD)</a:t>
            </a:r>
          </a:p>
          <a:p>
            <a:r>
              <a:t>Upstream: https://github.com/jupyterhub/jupyterhub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JUPYTERHUB is an Anticloud FZ LLE integration of Multi-user Jupyter for academic environments,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BSD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