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2026-10-02T09:25:00.297682Z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077fa85fff65dcd61cacecda853ef726219c9bc25dd985dc7e096dc73b247ac1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2026-10-02T09:25:00.297682Z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