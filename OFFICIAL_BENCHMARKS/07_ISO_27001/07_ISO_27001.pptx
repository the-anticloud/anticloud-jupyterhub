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2026-10-02T09:25:00.063307Z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1f226caea0f202142bde080c0412057c055de17453c9a42b5464f05af2529c9c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2026-10-02T09:25:00.063307Z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